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MintStack Finance Portal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Proje Teslim Sunumu</a:t>
            </a:r>
            <a:br/>
            <a:br/>
            <a:r>
              <a:rPr/>
              <a:t>Mesut Taha Güven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 Haziran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Kişisel Bilgiler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Ad Soyad: Mesut Taha Güven</a:t>
            </a:r>
          </a:p>
          <a:p>
            <a:pPr lvl="0"/>
            <a:r>
              <a:rPr/>
              <a:t>Not ortalaması: [GPA bilgisi]</a:t>
            </a:r>
          </a:p>
          <a:p>
            <a:pPr lvl="0"/>
            <a:r>
              <a:rPr/>
              <a:t>Sınıf: [Sınıf bilgisi]</a:t>
            </a:r>
          </a:p>
          <a:p>
            <a:pPr lvl="0"/>
            <a:r>
              <a:rPr/>
              <a:t>Yabancı diller: [Dil ve seviye bilgisi]</a:t>
            </a:r>
          </a:p>
          <a:p>
            <a:pPr lvl="0"/>
            <a:r>
              <a:rPr/>
              <a:t>Mesleki ilgi alanları: Backend, finans teknolojileri, güvenlik, veri akışı, observability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Projenin Amacı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MintStack Finance Portal, yatırımcıların piyasa verilerini, portföylerini, alarm kurallarını, haberleri ve teknik analiz çıktısını tek web portalı üzerinden takip etmesini sağlar.</a:t>
            </a:r>
          </a:p>
          <a:p>
            <a:pPr lvl="0" indent="0" marL="0">
              <a:buNone/>
            </a:pPr>
            <a:r>
              <a:rPr/>
              <a:t>Ana hedef, Türkiye odaklı finansal verileri kurumsal mimari standartlarına uygun, güvenli ve gözlemlenebilir bir uygulamada toplamaktır.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Kullanılan Ana Teknolojiler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Frontend: React 18, TypeScript, Vite, Redux Toolkit, RTK Query</a:t>
            </a:r>
          </a:p>
          <a:p>
            <a:pPr lvl="0"/>
            <a:r>
              <a:rPr/>
              <a:t>Backend: Java 21, Spring Boot 3.4.2, Spring Security, Spring Data JPA</a:t>
            </a:r>
          </a:p>
          <a:p>
            <a:pPr lvl="0"/>
            <a:r>
              <a:rPr/>
              <a:t>Veritabanı: PostgreSQL 15, Flyway</a:t>
            </a:r>
          </a:p>
          <a:p>
            <a:pPr lvl="0"/>
            <a:r>
              <a:rPr/>
              <a:t>Güvenlik: Keycloak, JWT, RBAC, TOTP 2FA</a:t>
            </a:r>
          </a:p>
          <a:p>
            <a:pPr lvl="0"/>
            <a:r>
              <a:rPr/>
              <a:t>DevOps: Docker Compose, GitHub Actions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Ek Teknolojiler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Redis cache ve rate limiting</a:t>
            </a:r>
          </a:p>
          <a:p>
            <a:pPr lvl="0"/>
            <a:r>
              <a:rPr/>
              <a:t>Kafka event/log pipeline</a:t>
            </a:r>
          </a:p>
          <a:p>
            <a:pPr lvl="0"/>
            <a:r>
              <a:rPr/>
              <a:t>Log4j2 JSON logging</a:t>
            </a:r>
          </a:p>
          <a:p>
            <a:pPr lvl="0"/>
            <a:r>
              <a:rPr/>
              <a:t>OpenSearch ve Logstash</a:t>
            </a:r>
          </a:p>
          <a:p>
            <a:pPr lvl="0"/>
            <a:r>
              <a:rPr/>
              <a:t>Prometheus, Grafana, Alertmanager</a:t>
            </a:r>
          </a:p>
          <a:p>
            <a:pPr lvl="0"/>
            <a:r>
              <a:rPr/>
              <a:t>OpenTelemetry Collector ve OTLP tracing</a:t>
            </a:r>
          </a:p>
          <a:p>
            <a:pPr lvl="0"/>
            <a:r>
              <a:rPr/>
              <a:t>WebSocket/STOMP canlı fiyat akışı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Uygulama Modülleri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Dashboard ve piyasa özeti</a:t>
            </a:r>
          </a:p>
          <a:p>
            <a:pPr lvl="0"/>
            <a:r>
              <a:rPr/>
              <a:t>BIST hisse, döviz, fon, tahvil/bono ve VIOP ekranları</a:t>
            </a:r>
          </a:p>
          <a:p>
            <a:pPr lvl="0"/>
            <a:r>
              <a:rPr/>
              <a:t>Sanal portföy, nakit, alım/satım ve emir yaşam döngüsü</a:t>
            </a:r>
          </a:p>
          <a:p>
            <a:pPr lvl="0"/>
            <a:r>
              <a:rPr/>
              <a:t>İzleme listesi ve fiyat alarmları</a:t>
            </a:r>
          </a:p>
          <a:p>
            <a:pPr lvl="0"/>
            <a:r>
              <a:rPr/>
              <a:t>Haber akışı ve bildirimler</a:t>
            </a:r>
          </a:p>
          <a:p>
            <a:pPr lvl="0"/>
            <a:r>
              <a:rPr/>
              <a:t>Admin, runtime settings, rate limit ve observability yönetimi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Mimari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React SPA, Nginx gateway üzerinden Spring Boot API’ye bağlanır.</a:t>
            </a:r>
          </a:p>
          <a:p>
            <a:pPr lvl="0" indent="0" marL="0">
              <a:buNone/>
            </a:pPr>
            <a:r>
              <a:rPr/>
              <a:t>Backend katmanları controller, service, repository, entity, dto ve mapper olarak ayrılmıştır. PostgreSQL kalıcı veri, Redis cache, Kafka event/log hattı, Keycloak kimlik doğrulama ve OpenSearch log/arama altyapısı olarak kullanılır.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Güvenlik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OAuth2/OIDC tabanlı Keycloak entegrasyonu</a:t>
            </a:r>
          </a:p>
          <a:p>
            <a:pPr lvl="0"/>
            <a:r>
              <a:rPr/>
              <a:t>JWT resource server doğrulaması</a:t>
            </a:r>
          </a:p>
          <a:p>
            <a:pPr lvl="0"/>
            <a:r>
              <a:rPr>
                <a:latin typeface="Courier"/>
              </a:rPr>
              <a:t>ADMIN</a:t>
            </a:r>
            <a:r>
              <a:rPr/>
              <a:t> ve </a:t>
            </a:r>
            <a:r>
              <a:rPr>
                <a:latin typeface="Courier"/>
              </a:rPr>
              <a:t>user</a:t>
            </a:r>
            <a:r>
              <a:rPr/>
              <a:t> rolleri ile RBAC</a:t>
            </a:r>
          </a:p>
          <a:p>
            <a:pPr lvl="0"/>
            <a:r>
              <a:rPr/>
              <a:t>Demo kullanıcılarında ilk girişte TOTP kurulumu</a:t>
            </a:r>
          </a:p>
          <a:p>
            <a:pPr lvl="0"/>
            <a:r>
              <a:rPr/>
              <a:t>Public ve admin endpoint ayrımı</a:t>
            </a:r>
          </a:p>
          <a:p>
            <a:pPr lvl="0"/>
            <a:r>
              <a:rPr/>
              <a:t>Alert webhook için imza/CIDR sertleştirme seçenekleri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Öğrendiklerim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Spring Boot 3 ile katmanlı kurumsal uygulama geliştirme</a:t>
            </a:r>
          </a:p>
          <a:p>
            <a:pPr lvl="0"/>
            <a:r>
              <a:rPr/>
              <a:t>Flyway migration ve PostgreSQL veri modeli yönetimi</a:t>
            </a:r>
          </a:p>
          <a:p>
            <a:pPr lvl="0"/>
            <a:r>
              <a:rPr/>
              <a:t>Keycloak ile JWT, rol bazlı yetki ve 2FA entegrasyonu</a:t>
            </a:r>
          </a:p>
          <a:p>
            <a:pPr lvl="0"/>
            <a:r>
              <a:rPr/>
              <a:t>React tarafında RTK Query ile API state yönetimi</a:t>
            </a:r>
          </a:p>
          <a:p>
            <a:pPr lvl="0"/>
            <a:r>
              <a:rPr/>
              <a:t>Docker Compose ile çok servisli geliştirme ortamı kurma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Zorlayan Bölümler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Gerçek piyasa veri kaynaklarının farklı format ve güncelleme davranışları</a:t>
            </a:r>
          </a:p>
          <a:p>
            <a:pPr lvl="0"/>
            <a:r>
              <a:rPr/>
              <a:t>WebSocket, cache ve scheduler akışlarının tutarlı çalışması</a:t>
            </a:r>
          </a:p>
          <a:p>
            <a:pPr lvl="0"/>
            <a:r>
              <a:rPr/>
              <a:t>Admin/user yetki sınırlarının netleştirilmesi</a:t>
            </a:r>
          </a:p>
          <a:p>
            <a:pPr lvl="0"/>
            <a:r>
              <a:rPr/>
              <a:t>OpenSearch, Kafka, Logstash ve OTEL parçalarının birlikte doğrulanması</a:t>
            </a:r>
          </a:p>
          <a:p>
            <a:pPr lvl="0"/>
            <a:r>
              <a:rPr/>
              <a:t>CI üzerinde backend, frontend, Flyway ve Docker kontrollerini stabil hale getirmek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Teslim Durumu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Finans Portalı isterleri büyük ölçüde tamamlanmıştır:</a:t>
            </a:r>
          </a:p>
          <a:p>
            <a:pPr lvl="0"/>
            <a:r>
              <a:rPr/>
              <a:t>React, Java 21, Spring Boot, PostgreSQL, JPA, Flyway</a:t>
            </a:r>
          </a:p>
          <a:p>
            <a:pPr lvl="0"/>
            <a:r>
              <a:rPr/>
              <a:t>JWT + Keycloak, 2FA</a:t>
            </a:r>
          </a:p>
          <a:p>
            <a:pPr lvl="0"/>
            <a:r>
              <a:rPr/>
              <a:t>Log4j2, Kafka log hattı, OpenSearch</a:t>
            </a:r>
          </a:p>
          <a:p>
            <a:pPr lvl="0"/>
            <a:r>
              <a:rPr/>
              <a:t>Prometheus, Grafana, OpenTelemetry</a:t>
            </a:r>
          </a:p>
          <a:p>
            <a:pPr lvl="0"/>
            <a:r>
              <a:rPr/>
              <a:t>Docker, README, API docs, unit test, error handling</a:t>
            </a:r>
          </a:p>
          <a:p>
            <a:pPr lvl="0"/>
            <a:r>
              <a:rPr/>
              <a:t>Analiz, teknik analiz, Javadocs ve PPTX sunum artifactleri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Kapsam Dışı / Eksik Notu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 Servis - Ticket Yönetimi ve jBPM isterleri bu repo kapsamında değildir.</a:t>
            </a:r>
          </a:p>
          <a:p>
            <a:pPr lvl="0" indent="0" marL="0">
              <a:buNone/>
            </a:pPr>
            <a:r>
              <a:rPr/>
              <a:t>Bu proje yalnızca Finans Portalı olarak teslim edilmektedir. jBPM maddesi sunum ve teslim checklistinde “kapsam dışı” olarak belirtilmiştir.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MintStack Finance Portal</dc:title>
  <dc:creator>Mesut Taha Güven</dc:creator>
  <cp:keywords/>
  <dcterms:created xsi:type="dcterms:W3CDTF">2026-05-23T10:45:24Z</dcterms:created>
  <dcterms:modified xsi:type="dcterms:W3CDTF">2026-05-23T10:45:24Z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7 Haziran 2026</vt:lpwstr>
  </property>
  <property fmtid="{D5CDD505-2E9C-101B-9397-08002B2CF9AE}" pid="3" name="subtitle">
    <vt:lpwstr>Proje Teslim Sunumu</vt:lpwstr>
  </property>
</Properties>
</file>